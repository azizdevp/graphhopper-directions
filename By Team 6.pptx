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entury Gothic Paneuropean Bold" charset="1" panose="020B0702020202020204"/>
      <p:regular r:id="rId21"/>
    </p:embeddedFont>
    <p:embeddedFont>
      <p:font typeface="Century Gothic Paneuropean" charset="1" panose="020B0502020202020204"/>
      <p:regular r:id="rId22"/>
    </p:embeddedFont>
    <p:embeddedFont>
      <p:font typeface="Open Sans Bold" charset="1" panose="020B0806030504020204"/>
      <p:regular r:id="rId23"/>
    </p:embeddedFont>
    <p:embeddedFont>
      <p:font typeface="Open Sans" charset="1" panose="020B0606030504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1038374" y="5425343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634754" y="3297377"/>
            <a:ext cx="13018493" cy="2127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89"/>
              </a:lnSpc>
            </a:pPr>
            <a:r>
              <a:rPr lang="en-US" b="true" sz="124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PRESENTATION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32323" y="6891506"/>
            <a:ext cx="8522150" cy="1058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2"/>
              </a:lnSpc>
            </a:pPr>
            <a:r>
              <a:rPr lang="en-US" sz="617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By Team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726285" y="3857206"/>
            <a:ext cx="6533015" cy="6100203"/>
          </a:xfrm>
          <a:custGeom>
            <a:avLst/>
            <a:gdLst/>
            <a:ahLst/>
            <a:cxnLst/>
            <a:rect r="r" b="b" t="t" l="l"/>
            <a:pathLst>
              <a:path h="6100203" w="6533015">
                <a:moveTo>
                  <a:pt x="0" y="0"/>
                </a:moveTo>
                <a:lnTo>
                  <a:pt x="6533015" y="0"/>
                </a:lnTo>
                <a:lnTo>
                  <a:pt x="6533015" y="6100203"/>
                </a:lnTo>
                <a:lnTo>
                  <a:pt x="0" y="61002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746522" y="2024404"/>
            <a:ext cx="13348193" cy="2325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54"/>
              </a:lnSpc>
            </a:pPr>
            <a:r>
              <a:rPr lang="en-US" b="true" sz="668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GRAPHHOPPER DIRECTIONS CLI APPLICATION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68528" y="5393055"/>
            <a:ext cx="5840254" cy="3025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3"/>
              </a:lnSpc>
              <a:spcBef>
                <a:spcPct val="0"/>
              </a:spcBef>
            </a:pPr>
            <a:r>
              <a:rPr lang="en-US" b="true" sz="315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 Members: </a:t>
            </a:r>
          </a:p>
          <a:p>
            <a:pPr algn="l">
              <a:lnSpc>
                <a:spcPts val="2238"/>
              </a:lnSpc>
            </a:pPr>
          </a:p>
          <a:p>
            <a:pPr algn="ctr">
              <a:lnSpc>
                <a:spcPts val="4413"/>
              </a:lnSpc>
              <a:spcBef>
                <a:spcPct val="0"/>
              </a:spcBef>
            </a:pPr>
            <a:r>
              <a:rPr lang="en-US" sz="315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Matyakubov Azizbek, 12214750</a:t>
            </a:r>
          </a:p>
          <a:p>
            <a:pPr algn="l">
              <a:lnSpc>
                <a:spcPts val="4413"/>
              </a:lnSpc>
              <a:spcBef>
                <a:spcPct val="0"/>
              </a:spcBef>
            </a:pPr>
            <a:r>
              <a:rPr lang="en-US" sz="315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Klechshev Timur 12235650</a:t>
            </a:r>
          </a:p>
          <a:p>
            <a:pPr algn="l">
              <a:lnSpc>
                <a:spcPts val="4413"/>
              </a:lnSpc>
              <a:spcBef>
                <a:spcPct val="0"/>
              </a:spcBef>
            </a:pPr>
            <a:r>
              <a:rPr lang="en-US" sz="315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Bekzhanov Tariel 12225274</a:t>
            </a:r>
          </a:p>
          <a:p>
            <a:pPr algn="l">
              <a:lnSpc>
                <a:spcPts val="4413"/>
              </a:lnSpc>
              <a:spcBef>
                <a:spcPct val="0"/>
              </a:spcBef>
            </a:pPr>
            <a:r>
              <a:rPr lang="en-US" sz="315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Sobitkhonov Kudratkhon</a:t>
            </a:r>
            <a:r>
              <a:rPr lang="en-US" b="true" sz="315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27651" y="4559804"/>
            <a:ext cx="5585936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Course: Software Engineering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486400" y="2064810"/>
            <a:ext cx="7315200" cy="798022"/>
          </a:xfrm>
          <a:custGeom>
            <a:avLst/>
            <a:gdLst/>
            <a:ahLst/>
            <a:cxnLst/>
            <a:rect r="r" b="b" t="t" l="l"/>
            <a:pathLst>
              <a:path h="798022" w="7315200">
                <a:moveTo>
                  <a:pt x="0" y="0"/>
                </a:moveTo>
                <a:lnTo>
                  <a:pt x="7315200" y="0"/>
                </a:lnTo>
                <a:lnTo>
                  <a:pt x="7315200" y="798022"/>
                </a:lnTo>
                <a:lnTo>
                  <a:pt x="0" y="7980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443924" y="5424644"/>
            <a:ext cx="4069911" cy="4114800"/>
          </a:xfrm>
          <a:custGeom>
            <a:avLst/>
            <a:gdLst/>
            <a:ahLst/>
            <a:cxnLst/>
            <a:rect r="r" b="b" t="t" l="l"/>
            <a:pathLst>
              <a:path h="4114800" w="4069911">
                <a:moveTo>
                  <a:pt x="0" y="0"/>
                </a:moveTo>
                <a:lnTo>
                  <a:pt x="4069911" y="0"/>
                </a:lnTo>
                <a:lnTo>
                  <a:pt x="40699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25112" y="4446937"/>
            <a:ext cx="12026612" cy="1888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Build a functional CLI application to get real-time routing directions and location data using external APIs.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75411" y="1690069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OBJECTIVE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18341" y="3929207"/>
            <a:ext cx="12130193" cy="380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Language: Python</a:t>
            </a:r>
          </a:p>
          <a:p>
            <a:pPr algn="l">
              <a:lnSpc>
                <a:spcPts val="5096"/>
              </a:lnSpc>
            </a:pP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APIs: Graphhopper Geocoding and Routing API</a:t>
            </a:r>
          </a:p>
          <a:p>
            <a:pPr algn="l">
              <a:lnSpc>
                <a:spcPts val="5096"/>
              </a:lnSpc>
            </a:pP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Libraries: requests, dotenv, prompt_toolkit, colorama, tabulate, json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688990" y="2189356"/>
            <a:ext cx="7315200" cy="798022"/>
          </a:xfrm>
          <a:custGeom>
            <a:avLst/>
            <a:gdLst/>
            <a:ahLst/>
            <a:cxnLst/>
            <a:rect r="r" b="b" t="t" l="l"/>
            <a:pathLst>
              <a:path h="798022" w="7315200">
                <a:moveTo>
                  <a:pt x="0" y="0"/>
                </a:moveTo>
                <a:lnTo>
                  <a:pt x="7315200" y="0"/>
                </a:lnTo>
                <a:lnTo>
                  <a:pt x="7315200" y="798021"/>
                </a:lnTo>
                <a:lnTo>
                  <a:pt x="0" y="7980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412589" y="5143500"/>
            <a:ext cx="3538728" cy="4114800"/>
          </a:xfrm>
          <a:custGeom>
            <a:avLst/>
            <a:gdLst/>
            <a:ahLst/>
            <a:cxnLst/>
            <a:rect r="r" b="b" t="t" l="l"/>
            <a:pathLst>
              <a:path h="4114800" w="3538728">
                <a:moveTo>
                  <a:pt x="0" y="0"/>
                </a:moveTo>
                <a:lnTo>
                  <a:pt x="3538728" y="0"/>
                </a:lnTo>
                <a:lnTo>
                  <a:pt x="35387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875411" y="1814615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TECH STACK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15172" y="4132806"/>
            <a:ext cx="7307317" cy="5717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User inputs two locations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Geocoding converts to coordinates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Vehicle type is selected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API returns directions and distance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Data saved in history JSON file</a:t>
            </a:r>
          </a:p>
          <a:p>
            <a:pPr algn="l">
              <a:lnSpc>
                <a:spcPts val="5096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643970" y="2685908"/>
            <a:ext cx="7315200" cy="798022"/>
          </a:xfrm>
          <a:custGeom>
            <a:avLst/>
            <a:gdLst/>
            <a:ahLst/>
            <a:cxnLst/>
            <a:rect r="r" b="b" t="t" l="l"/>
            <a:pathLst>
              <a:path h="798022" w="7315200">
                <a:moveTo>
                  <a:pt x="0" y="0"/>
                </a:moveTo>
                <a:lnTo>
                  <a:pt x="7315200" y="0"/>
                </a:lnTo>
                <a:lnTo>
                  <a:pt x="7315200" y="798022"/>
                </a:lnTo>
                <a:lnTo>
                  <a:pt x="0" y="7980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643970" y="1336734"/>
            <a:ext cx="7315200" cy="798022"/>
          </a:xfrm>
          <a:custGeom>
            <a:avLst/>
            <a:gdLst/>
            <a:ahLst/>
            <a:cxnLst/>
            <a:rect r="r" b="b" t="t" l="l"/>
            <a:pathLst>
              <a:path h="798022" w="7315200">
                <a:moveTo>
                  <a:pt x="0" y="0"/>
                </a:moveTo>
                <a:lnTo>
                  <a:pt x="7315200" y="0"/>
                </a:lnTo>
                <a:lnTo>
                  <a:pt x="7315200" y="798021"/>
                </a:lnTo>
                <a:lnTo>
                  <a:pt x="0" y="7980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047513" y="4036380"/>
            <a:ext cx="3531247" cy="4114800"/>
          </a:xfrm>
          <a:custGeom>
            <a:avLst/>
            <a:gdLst/>
            <a:ahLst/>
            <a:cxnLst/>
            <a:rect r="r" b="b" t="t" l="l"/>
            <a:pathLst>
              <a:path h="4114800" w="3531247">
                <a:moveTo>
                  <a:pt x="0" y="0"/>
                </a:moveTo>
                <a:lnTo>
                  <a:pt x="3531247" y="0"/>
                </a:lnTo>
                <a:lnTo>
                  <a:pt x="3531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031065" y="1222434"/>
            <a:ext cx="10225870" cy="226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43"/>
              </a:lnSpc>
            </a:pPr>
            <a:r>
              <a:rPr lang="en-US" b="true" sz="653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IMPLEMENTATION OVERVIEW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2166692" y="5231958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1" y="0"/>
                </a:lnTo>
                <a:lnTo>
                  <a:pt x="52266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1958154" y="3974658"/>
          <a:ext cx="11186927" cy="5372100"/>
        </p:xfrm>
        <a:graphic>
          <a:graphicData uri="http://schemas.openxmlformats.org/drawingml/2006/table">
            <a:tbl>
              <a:tblPr/>
              <a:tblGrid>
                <a:gridCol w="3041136"/>
                <a:gridCol w="8145790"/>
              </a:tblGrid>
              <a:tr h="13430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Aziz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CLI interface, input validation, menu system</a:t>
                      </a:r>
                      <a:endParaRPr lang="en-US" sz="1100"/>
                    </a:p>
                    <a:p>
                      <a:pPr algn="ctr">
                        <a:lnSpc>
                          <a:spcPts val="335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430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Timur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Geocoding logic, API integration</a:t>
                      </a:r>
                      <a:endParaRPr lang="en-US" sz="1100"/>
                    </a:p>
                    <a:p>
                      <a:pPr algn="ctr">
                        <a:lnSpc>
                          <a:spcPts val="335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430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Tariel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Route fetching &amp; display formatting</a:t>
                      </a:r>
                      <a:endParaRPr lang="en-US" sz="1100"/>
                    </a:p>
                    <a:p>
                      <a:pPr algn="ctr">
                        <a:lnSpc>
                          <a:spcPts val="335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430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Kudratkhon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Trip history saving and viewing</a:t>
                      </a:r>
                      <a:endParaRPr lang="en-US" sz="1100"/>
                    </a:p>
                    <a:p>
                      <a:pPr algn="ctr">
                        <a:lnSpc>
                          <a:spcPts val="335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15" id="15"/>
          <p:cNvSpPr/>
          <p:nvPr/>
        </p:nvSpPr>
        <p:spPr>
          <a:xfrm flipH="false" flipV="false" rot="0">
            <a:off x="5146343" y="2578193"/>
            <a:ext cx="7998737" cy="872590"/>
          </a:xfrm>
          <a:custGeom>
            <a:avLst/>
            <a:gdLst/>
            <a:ahLst/>
            <a:cxnLst/>
            <a:rect r="r" b="b" t="t" l="l"/>
            <a:pathLst>
              <a:path h="872590" w="7998737">
                <a:moveTo>
                  <a:pt x="0" y="0"/>
                </a:moveTo>
                <a:lnTo>
                  <a:pt x="7998738" y="0"/>
                </a:lnTo>
                <a:lnTo>
                  <a:pt x="7998738" y="872590"/>
                </a:lnTo>
                <a:lnTo>
                  <a:pt x="0" y="8725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829881" y="1363030"/>
            <a:ext cx="6336811" cy="691288"/>
          </a:xfrm>
          <a:custGeom>
            <a:avLst/>
            <a:gdLst/>
            <a:ahLst/>
            <a:cxnLst/>
            <a:rect r="r" b="b" t="t" l="l"/>
            <a:pathLst>
              <a:path h="691288" w="6336811">
                <a:moveTo>
                  <a:pt x="0" y="0"/>
                </a:moveTo>
                <a:lnTo>
                  <a:pt x="6336811" y="0"/>
                </a:lnTo>
                <a:lnTo>
                  <a:pt x="6336811" y="691288"/>
                </a:lnTo>
                <a:lnTo>
                  <a:pt x="0" y="6912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846836" y="885825"/>
            <a:ext cx="8537178" cy="256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49"/>
              </a:lnSpc>
            </a:pPr>
            <a:r>
              <a:rPr lang="en-US" b="true" sz="73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TEAM CONTRIBUTION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86400" y="4123137"/>
            <a:ext cx="7315200" cy="798022"/>
          </a:xfrm>
          <a:custGeom>
            <a:avLst/>
            <a:gdLst/>
            <a:ahLst/>
            <a:cxnLst/>
            <a:rect r="r" b="b" t="t" l="l"/>
            <a:pathLst>
              <a:path h="798022" w="7315200">
                <a:moveTo>
                  <a:pt x="0" y="0"/>
                </a:moveTo>
                <a:lnTo>
                  <a:pt x="7315200" y="0"/>
                </a:lnTo>
                <a:lnTo>
                  <a:pt x="7315200" y="798022"/>
                </a:lnTo>
                <a:lnTo>
                  <a:pt x="0" y="7980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841089" y="5454116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6" y="0"/>
                </a:lnTo>
                <a:lnTo>
                  <a:pt x="46092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875411" y="3748396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HIGHLIGHTS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569057" y="4504727"/>
            <a:ext cx="13214251" cy="3018297"/>
          </a:xfrm>
          <a:custGeom>
            <a:avLst/>
            <a:gdLst/>
            <a:ahLst/>
            <a:cxnLst/>
            <a:rect r="r" b="b" t="t" l="l"/>
            <a:pathLst>
              <a:path h="3018297" w="13214251">
                <a:moveTo>
                  <a:pt x="0" y="0"/>
                </a:moveTo>
                <a:lnTo>
                  <a:pt x="13214252" y="0"/>
                </a:lnTo>
                <a:lnTo>
                  <a:pt x="13214252" y="3018297"/>
                </a:lnTo>
                <a:lnTo>
                  <a:pt x="0" y="30182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69057" y="3018498"/>
            <a:ext cx="12191758" cy="612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CLI Interface &amp; Menu System: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227131" y="4083432"/>
            <a:ext cx="10965651" cy="4596240"/>
          </a:xfrm>
          <a:custGeom>
            <a:avLst/>
            <a:gdLst/>
            <a:ahLst/>
            <a:cxnLst/>
            <a:rect r="r" b="b" t="t" l="l"/>
            <a:pathLst>
              <a:path h="4596240" w="10965651">
                <a:moveTo>
                  <a:pt x="0" y="0"/>
                </a:moveTo>
                <a:lnTo>
                  <a:pt x="10965651" y="0"/>
                </a:lnTo>
                <a:lnTo>
                  <a:pt x="10965651" y="4596240"/>
                </a:lnTo>
                <a:lnTo>
                  <a:pt x="0" y="45962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13" r="0" b="-41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69057" y="3018498"/>
            <a:ext cx="12191758" cy="612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Geocoding Implementation: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569057" y="4576058"/>
            <a:ext cx="12191758" cy="3196476"/>
          </a:xfrm>
          <a:custGeom>
            <a:avLst/>
            <a:gdLst/>
            <a:ahLst/>
            <a:cxnLst/>
            <a:rect r="r" b="b" t="t" l="l"/>
            <a:pathLst>
              <a:path h="3196476" w="12191758">
                <a:moveTo>
                  <a:pt x="0" y="0"/>
                </a:moveTo>
                <a:lnTo>
                  <a:pt x="12191758" y="0"/>
                </a:lnTo>
                <a:lnTo>
                  <a:pt x="12191758" y="3196476"/>
                </a:lnTo>
                <a:lnTo>
                  <a:pt x="0" y="3196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98" r="0" b="-298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69057" y="3018498"/>
            <a:ext cx="12191758" cy="612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Routing &amp; Display: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742230" y="3892489"/>
            <a:ext cx="8134650" cy="5649750"/>
          </a:xfrm>
          <a:custGeom>
            <a:avLst/>
            <a:gdLst/>
            <a:ahLst/>
            <a:cxnLst/>
            <a:rect r="r" b="b" t="t" l="l"/>
            <a:pathLst>
              <a:path h="5649750" w="8134650">
                <a:moveTo>
                  <a:pt x="0" y="0"/>
                </a:moveTo>
                <a:lnTo>
                  <a:pt x="8134650" y="0"/>
                </a:lnTo>
                <a:lnTo>
                  <a:pt x="8134650" y="5649750"/>
                </a:lnTo>
                <a:lnTo>
                  <a:pt x="0" y="5649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69057" y="3018498"/>
            <a:ext cx="12191758" cy="612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Trip History Management: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16375" y="3859950"/>
            <a:ext cx="12069186" cy="316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Graphhopper API rate limits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Handling invalid inputs &amp; missing data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CLI user experience tuning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Parsing complex JSON responses</a:t>
            </a:r>
          </a:p>
          <a:p>
            <a:pPr algn="l">
              <a:lnSpc>
                <a:spcPts val="5096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618468" y="5055105"/>
            <a:ext cx="4010060" cy="4114800"/>
          </a:xfrm>
          <a:custGeom>
            <a:avLst/>
            <a:gdLst/>
            <a:ahLst/>
            <a:cxnLst/>
            <a:rect r="r" b="b" t="t" l="l"/>
            <a:pathLst>
              <a:path h="4114800" w="4010060">
                <a:moveTo>
                  <a:pt x="0" y="0"/>
                </a:moveTo>
                <a:lnTo>
                  <a:pt x="4010060" y="0"/>
                </a:lnTo>
                <a:lnTo>
                  <a:pt x="40100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486400" y="2064810"/>
            <a:ext cx="7315200" cy="798022"/>
          </a:xfrm>
          <a:custGeom>
            <a:avLst/>
            <a:gdLst/>
            <a:ahLst/>
            <a:cxnLst/>
            <a:rect r="r" b="b" t="t" l="l"/>
            <a:pathLst>
              <a:path h="798022" w="7315200">
                <a:moveTo>
                  <a:pt x="0" y="0"/>
                </a:moveTo>
                <a:lnTo>
                  <a:pt x="7315200" y="0"/>
                </a:lnTo>
                <a:lnTo>
                  <a:pt x="7315200" y="798022"/>
                </a:lnTo>
                <a:lnTo>
                  <a:pt x="0" y="7980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875411" y="1690069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CHALLENGES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219228" y="2010677"/>
            <a:ext cx="9849544" cy="1074496"/>
          </a:xfrm>
          <a:custGeom>
            <a:avLst/>
            <a:gdLst/>
            <a:ahLst/>
            <a:cxnLst/>
            <a:rect r="r" b="b" t="t" l="l"/>
            <a:pathLst>
              <a:path h="1074496" w="9849544">
                <a:moveTo>
                  <a:pt x="0" y="0"/>
                </a:moveTo>
                <a:lnTo>
                  <a:pt x="9849544" y="0"/>
                </a:lnTo>
                <a:lnTo>
                  <a:pt x="9849544" y="1074496"/>
                </a:lnTo>
                <a:lnTo>
                  <a:pt x="0" y="10744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794750" y="4967637"/>
            <a:ext cx="5143159" cy="4114800"/>
          </a:xfrm>
          <a:custGeom>
            <a:avLst/>
            <a:gdLst/>
            <a:ahLst/>
            <a:cxnLst/>
            <a:rect r="r" b="b" t="t" l="l"/>
            <a:pathLst>
              <a:path h="4114800" w="5143159">
                <a:moveTo>
                  <a:pt x="0" y="0"/>
                </a:moveTo>
                <a:lnTo>
                  <a:pt x="5143159" y="0"/>
                </a:lnTo>
                <a:lnTo>
                  <a:pt x="51431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54312" y="3758311"/>
            <a:ext cx="12069186" cy="252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Add map visu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alization using Folium or web view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Export trip history to CSV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Create a GUI version using Tkinter or PyQt</a:t>
            </a:r>
          </a:p>
          <a:p>
            <a:pPr algn="l">
              <a:lnSpc>
                <a:spcPts val="5096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952056" y="1716554"/>
            <a:ext cx="12383889" cy="136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89"/>
              </a:lnSpc>
            </a:pPr>
            <a:r>
              <a:rPr lang="en-US" b="true" sz="79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FUTURE ENHANCEMENTS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219228" y="2010677"/>
            <a:ext cx="9849544" cy="1074496"/>
          </a:xfrm>
          <a:custGeom>
            <a:avLst/>
            <a:gdLst/>
            <a:ahLst/>
            <a:cxnLst/>
            <a:rect r="r" b="b" t="t" l="l"/>
            <a:pathLst>
              <a:path h="1074496" w="9849544">
                <a:moveTo>
                  <a:pt x="0" y="0"/>
                </a:moveTo>
                <a:lnTo>
                  <a:pt x="9849544" y="0"/>
                </a:lnTo>
                <a:lnTo>
                  <a:pt x="9849544" y="1074496"/>
                </a:lnTo>
                <a:lnTo>
                  <a:pt x="0" y="10744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266758" y="3859950"/>
            <a:ext cx="12069186" cy="316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"We built a lightweight, extensible CLI tool that uses re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al-time geocoding and routing APIs to deliver a functional travel assistant. It helped us understand API integration, CLI user experience, and data handling."</a:t>
            </a:r>
          </a:p>
          <a:p>
            <a:pPr algn="l">
              <a:lnSpc>
                <a:spcPts val="5096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2952056" y="1716554"/>
            <a:ext cx="12383889" cy="136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89"/>
              </a:lnSpc>
            </a:pPr>
            <a:r>
              <a:rPr lang="en-US" b="true" sz="79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CONCLUSION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220940" y="4606252"/>
            <a:ext cx="9849544" cy="1074496"/>
          </a:xfrm>
          <a:custGeom>
            <a:avLst/>
            <a:gdLst/>
            <a:ahLst/>
            <a:cxnLst/>
            <a:rect r="r" b="b" t="t" l="l"/>
            <a:pathLst>
              <a:path h="1074496" w="9849544">
                <a:moveTo>
                  <a:pt x="0" y="0"/>
                </a:moveTo>
                <a:lnTo>
                  <a:pt x="9849544" y="0"/>
                </a:lnTo>
                <a:lnTo>
                  <a:pt x="9849544" y="1074496"/>
                </a:lnTo>
                <a:lnTo>
                  <a:pt x="0" y="10744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244686" y="4294596"/>
            <a:ext cx="12383889" cy="136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89"/>
              </a:lnSpc>
            </a:pPr>
            <a:r>
              <a:rPr lang="en-US" b="true" sz="79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DAGmL1-meCE</dc:identifier>
  <dcterms:modified xsi:type="dcterms:W3CDTF">2011-08-01T06:04:30Z</dcterms:modified>
  <cp:revision>1</cp:revision>
  <dc:title>By Team 6</dc:title>
</cp:coreProperties>
</file>